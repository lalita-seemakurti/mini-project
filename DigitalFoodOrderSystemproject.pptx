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01168"/>
            <a:ext cx="2377440" cy="457200"/>
          </a:xfrm>
          <a:prstGeom prst="rect">
            <a:avLst/>
          </a:prstGeom>
          <a:solidFill>
            <a:srgbClr val="1A2F6F"/>
          </a:solidFill>
          <a:ln w="12700">
            <a:solidFill>
              <a:srgbClr val="1A2F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201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World Peace University, Pune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Food Order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2004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5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  |  Group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Singhal  (1262252739)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46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Vareeja Kulkarni  (1262250166)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02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Samridhi Agrawal  (1262253351)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Hitansh Desai  (1262254043)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Lalita  (1262254141)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651760" cy="1463040"/>
          </a:xfrm>
          <a:prstGeom prst="rect">
            <a:avLst/>
          </a:prstGeom>
          <a:solidFill>
            <a:srgbClr val="1A2F6F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Anushree Kulkarni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255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438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Shirish Paygude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utility developed in C designed to automate the manual workflow of a restaurant environment — from order placement to bill generation.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164592" cy="164592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4813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traditional paper-based ordering workflows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2331720"/>
            <a:ext cx="164592" cy="164592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30428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billing transparency including taxes and credit points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3154680"/>
            <a:ext cx="164592" cy="164592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1272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human error during peak rush hours via unique item-code selection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859536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109728" cy="10515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C-based system that simulates a digital restaurant environment, handling user authentication, order processing, and financial reporting.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capture and validate customer mobile details (10-digit)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56032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Menu 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items — Beverages, Desserts &amp; Combos — for ease of access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Smart Billing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CGST (2.5%) + SGST (2.5%) and credit point deductions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2062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Token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sequential token numbers for streamlined order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5331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64008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99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Singhal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1499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1262252739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4996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&amp; Logic 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8229600" cy="621792"/>
          </a:xfrm>
          <a:prstGeom prst="rect">
            <a:avLst/>
          </a:prstGeom>
          <a:solidFill>
            <a:srgbClr val="EEF1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Vareeja Kulkarni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0" y="2157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1262250166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57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Implementation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70048"/>
            <a:ext cx="64008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16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Samridhi Agrawal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2816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1262253351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Project Report Preparation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28416"/>
            <a:ext cx="8229600" cy="621792"/>
          </a:xfrm>
          <a:prstGeom prst="rect">
            <a:avLst/>
          </a:prstGeom>
          <a:solidFill>
            <a:srgbClr val="EEF1FA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Hitansh Desai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2608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1262254043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 &amp; Debugging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8678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86784"/>
            <a:ext cx="64008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133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92608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1262254141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133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 &amp; Content Structuring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execution model with logic-gate-driven order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7088" y="2121408"/>
            <a:ext cx="2286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1572768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783080"/>
            <a:ext cx="475488" cy="47548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with a 10-digit mobile number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2121408"/>
            <a:ext cx="2286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1691640"/>
            <a:ext cx="1572768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1783080"/>
            <a:ext cx="475488" cy="47548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3774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84832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categories — Sandwiches, Mocktails, Combos &amp; more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85232" y="2121408"/>
            <a:ext cx="2286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1691640"/>
            <a:ext cx="1572768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61104" y="1783080"/>
            <a:ext cx="475488" cy="47548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61104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3774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03904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by code; quantity capped at 25 units per item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04304" y="2121408"/>
            <a:ext cx="2286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691640"/>
            <a:ext cx="1572768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0176" y="1783080"/>
            <a:ext cx="475488" cy="47548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2976" y="23774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2976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selection or cancel and clear the current order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50608" y="1691640"/>
            <a:ext cx="1572768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99248" y="1783080"/>
            <a:ext cx="475488" cy="47548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42048" y="237744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42048" y="274320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receipt generated with a unique token number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A2F6F"/>
          </a:solidFill>
          <a:ln w="12700">
            <a:solidFill>
              <a:srgbClr val="1A2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Software Specifications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 (C11)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Editor (Notepad) — manual syntax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935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(Terminal) — lightweight, platform-independent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3794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1A2F6F"/>
          </a:solidFill>
          <a:ln w="12700">
            <a:solidFill>
              <a:srgbClr val="1A2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Hardware Specifications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64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equivalent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79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(minimum)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935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Keyboard &amp; Monitor for console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Experimental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Implementation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7315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switch-case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4173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navigation across all item categories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7315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'Order More' functionality for multi-item orders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841248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7315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variables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7889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currency and tax calculations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— Test Scenarios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201168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selection (e.g., Code 501: Sandwich + Chips + Coke)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201168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239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loyalty credits (e.g., ₹ –5.00 deduction from payable)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480560"/>
            <a:ext cx="201168" cy="20116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53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cancellation logic ensuring variable/memory clearing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46304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computation of total payable after 5% tax (CGST 2.5% + SGST 2.5%)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3258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46304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enforcement of per-item quantity limits (max 25 units)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146304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Token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3957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generation of final bill summary and unique sequential token 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8595360" cy="1508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00400"/>
            <a:ext cx="109728" cy="15087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63931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the utility of C programming in building robust, low-overhead management systems for the hospitality sector — proving that even foundational language constructs can power real-world operational solutions.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6858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73152" cy="10515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0515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Ritchie, D. M., &amp; Kernighan, B. W., "The C Programming Language." Prentice Hall.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73152" cy="10515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2402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MIT-WPU Course Module: Foundations of Programming (CSE10010).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37560"/>
            <a:ext cx="73152" cy="10515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"Digital Food Order System" Requirement Specification Document (2025–26).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2743200"/>
            <a:ext cx="3657600" cy="5486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Food Order System  |  Batch 2, Group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World Peace University, Pune  |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Food Order System</dc:title>
  <dc:subject>PptxGenJS Presentation</dc:subject>
  <dc:creator>PptxGenJS</dc:creator>
  <cp:lastModifiedBy>PptxGenJS</cp:lastModifiedBy>
  <cp:revision>1</cp:revision>
  <dcterms:created xsi:type="dcterms:W3CDTF">2026-04-18T14:59:43Z</dcterms:created>
  <dcterms:modified xsi:type="dcterms:W3CDTF">2026-04-18T14:59:43Z</dcterms:modified>
</cp:coreProperties>
</file>